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— 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BitPolito Academy — Lecture Deck (Creative Commons)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Bitcoin?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peer-to-peer electronic cash system</a:t>
            </a:r>
          </a:p>
          <a:p>
            <a:r>
              <a:t>No central authority or financial institution</a:t>
            </a:r>
          </a:p>
          <a:p>
            <a:r>
              <a:t>Transactions verified by network nodes via cryptography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Double-Spending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cash can, in principle, be copied and spent twice</a:t>
            </a:r>
          </a:p>
          <a:p>
            <a:r>
              <a:t>Bitcoin solves this with a public, timestamped ledger</a:t>
            </a:r>
          </a:p>
          <a:p>
            <a:r>
              <a:t>Each transaction is broadcast to all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Miners compete to find a valid block hash</a:t>
            </a:r>
          </a:p>
          <a:p>
            <a:r>
              <a:t>Difficulty adjusts to keep block time roughly constant</a:t>
            </a:r>
          </a:p>
          <a:p>
            <a:r>
              <a:t>Longest valid chain is accepted by the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Bitcoin: decentralised, trustless, verifiable</a:t>
            </a:r>
          </a:p>
          <a:p>
            <a:r>
              <a:t>Built on cryptographic proof rather than trust</a:t>
            </a:r>
          </a:p>
          <a:p>
            <a:r>
              <a:t>Next lecture: wallets and key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